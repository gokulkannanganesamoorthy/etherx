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EtherX Sentinel: Advanced AI WAF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 KADAVUL</a:t>
            </a:r>
          </a:p>
          <a:p>
            <a:r>
              <a:t>Presenter: Gokul Kannan Ganesamoorthy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Why Legacy Firewalls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Rule-Based Limitations: Traditional WAFs rely on static Regex signatures.</a:t>
            </a:r>
          </a:p>
          <a:p>
            <a:pPr/>
            <a:r>
              <a:t>The Zero-Day Threat: Attackers constantly mutate payloads to bypass filters.</a:t>
            </a:r>
          </a:p>
          <a:p>
            <a:pPr/>
            <a:r>
              <a:t>Maintenance Nightmare: Maintaining thousands of rules is inefficient.</a:t>
            </a:r>
          </a:p>
          <a:p>
            <a:pPr/>
            <a:r>
              <a:t>False Positives: Strict rules often block legitimate user traffic.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A Paradigm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"Don't look for the attack. Look for the intention."</a:t>
            </a:r>
          </a:p>
          <a:p>
            <a:pPr/>
            <a:r>
              <a:t>Semantic Understanding: Uses NLP to understand the meaning of requests.</a:t>
            </a:r>
          </a:p>
          <a:p>
            <a:pPr/>
            <a:r>
              <a:t>Behavioral Analysis: Trained on 'normal' traffic deviations.</a:t>
            </a:r>
          </a:p>
          <a:p>
            <a:pPr/>
            <a:r>
              <a:t>No Signatures: Detects 0-day XSS and SQLi attacks without Regex.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Deep Learning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Ingestion: High-speed traffic interception via FastAPI.</a:t>
            </a:r>
          </a:p>
          <a:p>
            <a:pPr/>
            <a:r>
              <a:t>2. Embedding: Sentence Transformers convert payloads to 384-d vectors.</a:t>
            </a:r>
          </a:p>
          <a:p>
            <a:pPr/>
            <a:r>
              <a:t>3. Neural Encoder: PyTorch Autoencoder reconstructs these vectors.</a:t>
            </a:r>
          </a:p>
          <a:p>
            <a:pPr/>
            <a:r>
              <a:t>4. Anomaly Detection: High reconstruction error = Block request.</a:t>
            </a:r>
          </a:p>
          <a:p>
            <a:pPr/>
            <a:r>
              <a:t>Result: &lt;10ms inference latency.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Innovations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Holographic Dashboard: Real-time, WebSocket-powered Neural Grid UI.</a:t>
            </a:r>
          </a:p>
          <a:p>
            <a:pPr/>
            <a:r>
              <a:t>Live Threat Intel: Active monitoring of SQLi, XSS, and Anomalies.</a:t>
            </a:r>
          </a:p>
          <a:p>
            <a:pPr/>
            <a:r>
              <a:t>Persistent Memory: SQLite-backed behavioral logging.</a:t>
            </a:r>
          </a:p>
          <a:p>
            <a:pPr/>
            <a:r>
              <a:t>Cyberpunk Aesthetics: Designed for the modern SOC.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 Traffic -&gt; Ingestion Layer (FastAPI)</a:t>
            </a:r>
          </a:p>
          <a:p>
            <a:pPr/>
            <a:r>
              <a:t>-&gt; AI Model (SentenceTransformer + Autoencoder)</a:t>
            </a:r>
          </a:p>
          <a:p>
            <a:pPr/>
            <a:r>
              <a:t>-&gt; Decision (Allow/Block)</a:t>
            </a:r>
          </a:p>
          <a:p>
            <a:pPr/>
            <a:r>
              <a:t>-&gt; Dashboard (WebSocket Stream)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Normal Traffic: Browsing the site (Allowed).</a:t>
            </a:r>
          </a:p>
          <a:p>
            <a:pPr/>
            <a:r>
              <a:t>2. SQL Injection: Attempting 'OR 1=1' (Blocked by AI).</a:t>
            </a:r>
          </a:p>
          <a:p>
            <a:pPr/>
            <a:r>
              <a:t>3. XSS Attack: Trying '&lt;script&gt;' tags (Blocked).</a:t>
            </a:r>
          </a:p>
          <a:p>
            <a:pPr/>
            <a:r>
              <a:t>4. Obfuscation: Complex encodings (Blocked by Semantic Analysis).</a:t>
            </a:r>
          </a:p>
          <a:p>
            <a:pPr/>
            <a:r>
              <a:t>5. Dashboard: Real-time visualization of these events.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EtherX Sentinel represents the future of adaptive application security.</a:t>
            </a:r>
          </a:p>
          <a:p>
            <a:pPr/>
            <a:r>
              <a:t>It learns, evolves, and protects without manual intervention.</a:t>
            </a:r>
          </a:p>
          <a:p>
            <a:pPr/>
            <a:r>
              <a:t>Team KADAVUL is proud to present this next-gen 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